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Attention Is All You Need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入门课程烟测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arXiv:1706.03762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1/9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课程结构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问题与动机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发展脉络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主流方法对比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方法详解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实验结果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局限与展望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为什么需要新架构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2438400" cy="36576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68680"/>
            <a:ext cx="2438400" cy="54864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51560"/>
            <a:ext cx="216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 瓶颈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2164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24200" y="868680"/>
            <a:ext cx="2438400" cy="36576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24200" y="868680"/>
            <a:ext cx="24384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261360" y="1051560"/>
            <a:ext cx="216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长依赖难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1360" y="1600200"/>
            <a:ext cx="2164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91200" y="868680"/>
            <a:ext cx="2438400" cy="36576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91200" y="868680"/>
            <a:ext cx="24384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928360" y="1051560"/>
            <a:ext cx="216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28360" y="1600200"/>
            <a:ext cx="2164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方法演进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822960" cy="4572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68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868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868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Seq2Seq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868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encoder-decoder 成为主流。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581912"/>
            <a:ext cx="822960" cy="45720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5819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71600" y="158191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15819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15819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RNN 状态上做软对齐。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130552"/>
            <a:ext cx="822960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295144"/>
            <a:ext cx="822960" cy="45720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2951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229514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91640" y="22951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0" y="22951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主干完全基于 self-attention。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方法对比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097280"/>
                <a:gridCol w="37490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主计算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并行性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主要短板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RNN/LSTM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递推状态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时间步瓶颈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ConvS2S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堆叠卷积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远依赖需要深层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Self-attention + FFN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 attention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核心公式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686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Attention(Q,K,V)=softmax(QK^T / sqrt(d_k))V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BA6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QK^T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20116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和 key 的相似度矩阵。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BA6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sqrt(d_k)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5146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缩放项，避免 softmax 过度尖锐。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BA6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30175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 attention 权重加权汇总的 value。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论文报告结果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2499360" cy="2011680"/>
          </a:xfrm>
          <a:prstGeom prst="rect">
            <a:avLst/>
          </a:prstGeom>
          <a:solidFill>
            <a:srgbClr val="FDEEE9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2499360" cy="54864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249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4F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28.4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231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EN-DE BLEU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22320" y="1005840"/>
            <a:ext cx="2499360" cy="20116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1" name="Shape 9"/>
          <p:cNvSpPr/>
          <p:nvPr/>
        </p:nvSpPr>
        <p:spPr>
          <a:xfrm>
            <a:off x="3322320" y="1005840"/>
            <a:ext cx="24993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322320" y="1188720"/>
            <a:ext cx="249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41.0+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413760" y="2148840"/>
            <a:ext cx="231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EN-FR BLEU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7440" y="1005840"/>
            <a:ext cx="2499360" cy="20116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87440" y="1005840"/>
            <a:ext cx="24993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187440" y="1188720"/>
            <a:ext cx="249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3.5d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78880" y="2148840"/>
            <a:ext cx="231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model on 8 P100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局限与展望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当前局限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69080" cy="32004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88720"/>
            <a:ext cx="54864" cy="320040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80160"/>
            <a:ext cx="3794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 self-attention 是 O(n²)。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原论文主要验证翻译和 parsing。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位置编码不是最终答案。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17720" y="8229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未来方向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188720"/>
            <a:ext cx="4069080" cy="32004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1188720"/>
            <a:ext cx="54864" cy="3200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280160"/>
            <a:ext cx="3794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稀疏/局部 attention。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多模态输入。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更大规模预训练。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带走三句话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868680"/>
            <a:ext cx="54864" cy="82296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686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让 token 之间直接通信。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828800"/>
            <a:ext cx="54864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28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多头注意力保留多个关系视角。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8229600" cy="8229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78892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88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并行矩阵运算为后来的大模型规模化铺路。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Attention Is All You Need</dc:title>
  <dc:subject>PptxGenJS Presentation</dc:subject>
  <dc:creator>paper-to-course</dc:creator>
  <cp:lastModifiedBy>paper-to-course</cp:lastModifiedBy>
  <cp:revision>1</cp:revision>
  <dcterms:created xsi:type="dcterms:W3CDTF">2026-05-21T09:49:39Z</dcterms:created>
  <dcterms:modified xsi:type="dcterms:W3CDTF">2026-05-21T09:49:39Z</dcterms:modified>
</cp:coreProperties>
</file>